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【讲稿｜约 2.3 分钟】</a:t>
            </a:r>
          </a:p>
          <a:p>
            <a:r>
              <a:t>这一页重点解释为什么 Primitive Template 没有反而让搜索空间失控。</a:t>
            </a:r>
          </a:p>
          <a:p/>
          <a:p>
            <a:r>
              <a:t>直觉上，把一个完整 Exploit 拆成多个 Primitive，似乎会产生更多组合，搜索空间应该更大。但论文实验却观察到了更高效率。作者给出的主要解释是 Exploit Graph 的 Pruning。</a:t>
            </a:r>
          </a:p>
          <a:p/>
          <a:p>
            <a:r>
              <a:t>传统 AEG Framework 很多依赖 Complete Template Matching。也就是说，系统需要针对完整模板进行匹配和验证，模板本身往往包含较多重复的攻击逻辑。</a:t>
            </a:r>
          </a:p>
          <a:p/>
          <a:p>
            <a:r>
              <a:t>SAEG 把模板拆成 Primitive 后，确实会有更多组合可能性。但这些组合不是盲目验证，而是首先通过当前 Information State 进行筛选。如果当前状态已经拥有某个模板的 Effect，就直接跳过；如果 Premise 不满足，也不会生成新的状态。</a:t>
            </a:r>
          </a:p>
          <a:p/>
          <a:p>
            <a:r>
              <a:t>另外，Binary Preprocessing 也能提前减少无关路径。例如 PIE 没有开启时，.text Base Address 是已知信息，那么专门用于泄露 .text Base 的 Template 根本没有必要进入后续利用图。</a:t>
            </a:r>
          </a:p>
          <a:p/>
          <a:p>
            <a:r>
              <a:t>所以 SAEG 的性能逻辑可以概括成一句话：Primitive Template 扩大了表达能力，而 Exploit Graph 把这种组合空间变成结构化搜索空间。它并不是减少所有候选，而是减少那些根据当前状态明显不值得验证的候选。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81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2A44"/>
                </a:solidFill>
                <a:latin typeface="Aptos"/>
              </a:defRPr>
            </a:pPr>
            <a:r>
              <a:t>SAEG: Stateful Automatic Exploit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2D5C87"/>
                </a:solidFill>
                <a:latin typeface="微软雅黑" panose="020B0503020204020204" charset="-122"/>
              </a:defRPr>
            </a:pPr>
            <a:r>
              <a:t>基于 Exploit Graph 与 Primitive Attack Templates 的自动漏洞利用生成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337560"/>
            <a:ext cx="5486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ESORICS 2024 论文精读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A30"/>
                </a:solidFill>
                <a:latin typeface="Aptos"/>
              </a:defRPr>
            </a:pPr>
            <a:r>
              <a:t>Yifan Wu · Yinshuai Li · Hong Zhu · Yinqian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微软雅黑" panose="020B0503020204020204" charset="-122"/>
              </a:defRPr>
            </a:pPr>
            <a:r>
              <a:t>Department of Computer Science and Engineering, Southern University of Science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Paper: SAEG: Stateful Automatic Exploit Generation — ESORICS 2024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3849688" y="1731010"/>
            <a:ext cx="4415155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2D5C87"/>
                </a:solidFill>
                <a:latin typeface="微软雅黑" panose="020B0503020204020204" charset="-122"/>
              </a:defRPr>
            </a:pPr>
            <a:r>
              <a:rPr lang="en-US" altLang="zh-CN" u="sng"/>
              <a:t>SAEG ：</a:t>
            </a:r>
            <a:r>
              <a:rPr lang="zh-CN" altLang="en-US" u="sng"/>
              <a:t>有状态自动漏洞利用生成器</a:t>
            </a:r>
            <a:endParaRPr lang="zh-CN" altLang="en-US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1. AEG 的研究价值：从“发现漏洞”到“证明可利用”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自动漏洞利用生成（Automatic Exploit Generation, AEG）不仅用于构造网络攻击，也用于软件漏洞安全评估。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论文强调 AEG 的防御价值：帮助软件厂商评估漏洞严重性，并据此确定修复优先级。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现实问题是：大量漏洞 POC 只能造成拒绝服务（Denial of Service, DoS），并不能进一步泄露敏感信息或实现任意代码执行。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论文以 Syzkaller 为例：大量 POC 会触发 Kernel Crash，但其中很多并不意味着存在有意义的实际利用威胁。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AEG 的关键任务不是单纯生成 Crash，而是在真实防御约束下判断漏洞是否能够转化为 Viable Exploit。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将问题进一步聚焦到：如何自动组织多步信息泄露与利用，使最终路径达到 Shell Access。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486400"/>
            <a:ext cx="813816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核心判断：Vulnerability ≠ Crash POC ≠ Viable Exploit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2. 现代防御机制：为什么一次性 Exploit 已经不够？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1) 数据执行保护（Data Execution Prevention, DEP / NX）：阻止从数据页执行代码，因此传统 Shellcode Injection 受到限制。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2) 栈金丝雀（Stack Canary）：在调用栈中加入 Secret Value，用于检测 Buffer Overflow；攻击者通常需要先获得 Canary。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3) 地址空间布局随机化（Address Space Layout Randomization, ASLR）：随机化内存地址，使攻击者无法直接预测目标代码与共享库位置。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4) 重定位只读（RELocation Read-Only, RELRO）：初始化后将 Global Offset Table（GOT）设为只读，阻止通过篡改 GOT 劫持控制流。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四种机制叠加后，攻击者往往需要把 Information Leakage 与 Exploitation Techniques 串联起来，而不是依赖单一 Payload。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论文后续重点验证的是 NX、Canary、ASLR 三项防御的自动绕过能力；RELRO 则作为现代防御背景并出现在部分实验样本的 Protection 标记中。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3. Table 1：现有 AEG 对多重防御的支持仍不完整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pic>
        <p:nvPicPr>
          <p:cNvPr id="7" name="Picture 6" descr="table1.png"/>
          <p:cNvPicPr>
            <a:picLocks noChangeAspect="1"/>
          </p:cNvPicPr>
          <p:nvPr/>
        </p:nvPicPr>
        <p:blipFill>
          <a:blip r:embed="rId1"/>
          <a:srcRect t="10092"/>
          <a:stretch>
            <a:fillRect/>
          </a:stretch>
        </p:blipFill>
        <p:spPr>
          <a:xfrm>
            <a:off x="502920" y="1124585"/>
            <a:ext cx="64008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1527175"/>
            <a:ext cx="4160520" cy="448056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原论文 Table 1 直接比较不同 AEG Framework 对 NX、Canary、ASLR 的绕过能力。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符号含义：● 表示可通过多种技术绕过；◐ 表示可通过一种技术绕过；○ 表示无法绕过。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是表中同时覆盖三项防御的框架；其他框架在不同防御上存在明显缺口。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论文进一步指出：当前开源 AEG Framework 普遍难以处理 Canary 以及其他 CFI 检查。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现代编译器与操作系统已经广泛采用这些机制，因此复杂 Information Leakage 成为 AEG 的关键挑战。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4. 核心问题：复杂 Exploit 的难点其实是“信息的逐步积累”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复杂 Exploit 通常不是单一步骤，而是逐步收集新信息、逐步改变可利用状态的过程。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典型依赖关系可以抽象为：已有信息决定下一步攻击是否具备前提；攻击成功后又产生新的原子信息。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现有方案中，大量框架依赖 Complete Attack Template；复杂 Exploit 往往需要为不同场景准备不同完整模板。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论文观察到：多数框架忽略了 Complex Information Leakage，而这正是绕过 Canary、ASLR 等防御的关键。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因此问题从“生成一个 Payload”变成“管理一个多阶段 Exploitation Process”。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的回答是：使用 Exploit Graph 显式表示状态、转移以及每个状态已经掌握的信息。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440680"/>
            <a:ext cx="896112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论文的核心转变：从 Complete Template → Primitive Steps → Stateful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5. 研究问题（RQs）：SAEG 要解决的两个设计目标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9728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207008"/>
            <a:ext cx="9326880" cy="13258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如何让 AEG 具备 State-Aware 能力，以系统管理多步信息泄露与利用过程？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如何利用当前已经掌握的 Information，对不可行 Exploitation Paths 进行提前过滤？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109728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52928"/>
            <a:ext cx="9326880" cy="13258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如何提高 AEG 的 Extensibility，使新增 Information Leakage / Exploitation Primitive 时不必重构整个框架？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如何通过 Primitive Attack Templates 组合出此前没有显式编码的多阶段 Exploit？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892040"/>
            <a:ext cx="8412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设计张力：状态表达能力 ↑  vs. 搜索/验证成本 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6. 解决方案总览：Exploit Graph 作为“状态空间骨架”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Exploit Graph（EG）源于 Attack Graph，用于描述二进制程序中的 Exploitation Sequence。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EG 的节点不是单纯的“漏洞”，而是“某种漏洞 + 当前已经掌握的信息”的组合状态。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EG 的边对应 Atomic Exploit Method：执行一个 Primitive Attack Template，使状态获得新的信息。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首先依据目标 Binary 的 Protection Status 生成 Initial States。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随后利用 Attack Template Library 构造 EG，再通过 Symbolic Execution 搜索程序执行树中的 Successor States。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最终结果不是一个孤立 Payload，而是一条从 Initial State 到 Success State 的完整 Exploitation Path。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5440680"/>
            <a:ext cx="914400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Target Binary + Primitive Template Library → EG → Verified Exploit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7. Definition 1：Exploit Graph 的形式化定义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4846320" cy="68580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EG = (S, τ, S₀, Sₛ, 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57400"/>
          <a:ext cx="107442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论文定义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直观含义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set of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所有利用状态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transition relation ⊆ S×S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状态之间的原子攻击步骤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initial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由目标 Binary 预处理得到的起始状态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Sₛ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success states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利用完成，例如达到 Shell Access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 : S → 2^AP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每个状态已知的 Atomic Information 集合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285232"/>
            <a:ext cx="10515600" cy="91440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AP（Atomic Information）可以包含 Secret Canary Value、随机化 .text Base Address 等信息。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状态由“漏洞类型 + 当前信息集合”区分；每条 τ 对应一个 Atomic Exploit Method。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EG 同时编码了“当前能做什么”和“已经知道什么”。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8. Definition 2：Attack Template = 原子利用的最小描述单元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4846320" cy="68580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t = (type, p, g, code)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57400"/>
          <a:ext cx="10652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Vulnerability / Exploitation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说明该模板利用什么类型的漏洞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Premise / Preconditions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当前状态必须具备哪些信息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Effect /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执行成功后新增的 Atomic Information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Payload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真正执行该攻击的代码/利用逻辑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论文给出的关键例子：leak-got 需要 Canary ∧ .text Base Address，成功后得到 libc Base Address。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return-to-libc 需要 Canary ∧ libc Base Address，成功后得到 Shell Access。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因此一个复杂 Exploit 可以由多个 Template 通过信息依赖关系自动组合，而不需要显式写出完整攻击流程。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9. Algorithm 1：Generate EG——从 Initial State 构造利用图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pic>
        <p:nvPicPr>
          <p:cNvPr id="7" name="Picture 6" descr="al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7315200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143000"/>
            <a:ext cx="3611880" cy="45262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输入：Attack Template 集合 T 与 Initial States S₀；输出：EG = (S, τ, S₀, Sₛ, L)。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从 Worklist W = S₀ 开始，逐个取出当前状态 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若 shell_access ∈ L[s]，则 s 被加入 Success States。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否则遍历所有模板 t：先检查 t.g 是否已经存在于当前信息集合；若已存在则跳过。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若模板 Premise t.p 满足当前状态，则创建 s′，令 L[s′] = L[s] ∪ t.g，并建立 τ[s,s′] = t。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新状态加入 Worklist，继续扩展，直到 W 为空。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10. Algorithm 1 的关键设计：Line 10 如何限制无意义的重复扩展？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5669280" cy="713232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if t.g ∈ L[s] : continue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424160" cy="347472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如果当前状态已经拥有某个 Template 的 Effect，那么再次执行该 Template 不会增加新的 Atomic Information。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因此每一次真正的 EG 扩展都必须带来新的信息。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论文据此指出：Algorithm 1 为 Algorithm 2 的递归深度提供了小于 |AP| 的约束。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这使 EG 层面的路径长度受到 Atomic Information 数量的限制，而不是无限重复利用。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但论文同时明确说明：这并不意味着 Symbolic Execution 本身不存在 State Explosion。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因此更准确的表述是：SAEG 限制了 Exploit-Graph Search 的重复信息扩展，而不是彻底消除了符号执行的状态爆炸。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74117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11. Algorithm 2：Generate Exploitation from EG——从图到真实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pic>
        <p:nvPicPr>
          <p:cNvPr id="7" name="Picture 6" descr="al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8580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234440"/>
            <a:ext cx="3886200" cy="42976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从当前程序状态 sn 出发，通过 Symbolic Execution 获得所有 Immediate Successors。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对每个 successor，在 EG 中寻找对应 Transition，并将该 Transition 追加到当前路径 τa。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调用 check_exploitation(τa) 验证当前完整路径是否满足程序约束。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若后继状态属于 EG.Sₛ，则直接返回完整 Exploit Path。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否则递归调用 Check_EG 继续搜索。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如果当前分支失败，则返回空结果，使上层继续尝试其他 Transition，即形成 Backtracking。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12. CHECK_EXPLOITATION：逻辑可行 ≠ Payload 可执行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的路径验证重点是：最终 Exploit Payload 是否满足目标程序当前状态下的实际约束。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论文给出具体例子：某攻击步骤要求覆盖 16 bytes，但当前状态下最多只能覆盖 12 bytes，则该路径不满足约束。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EG 提供的是“信息依赖上的可能路径”，而 Symbolic Execution + CHECK_EXPLOITATION 决定“具体 Payload 能否真正成立”。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当当前路径失败时，Algorithm 2 会回到上一层继续寻找其他 Transition。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这一机制避免了仅凭 Template Matching 就把不可执行的 Exploit 当成成功结果。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的验证链可以概括为：Graph-level Preconditions → Program-state Constraints → Concrete/Interactive Verification。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5440680"/>
            <a:ext cx="923544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论文原文例子：需要覆盖 16 bytes，但当前只能覆盖 12 bytes → 失败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13. 系统架构：SAEG 的四大模块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4140" y="1466850"/>
            <a:ext cx="3980180" cy="4059555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Binary Preprocessing：分析目标 Binary，提取 Initial State，并完成 Binary Analysis / Taint Analysis / Restore Symbol 等处理。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Exploit Graph Verification：执行 Algorithm 1 与 Algorithm 2，并通过 Symbolic Execution 探索程序执行树。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Hook Module：对 Library Functions 提供抽象，降低符号执行成本，同时帮助识别参数可控性与敏感数据偏移。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Interaction Verification：将 EG 中验证过的路径同步到真实运行的 Local Executable 或 Remote Service 中进行交互验证。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论文图中实线表示 State Transition，虚线表示 Information Transfer。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作者强调 Preprocessing 与 Pruning 能减少无关路径；EG Verification 则承担核心搜索与验证任务。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r="5221"/>
          <a:stretch>
            <a:fillRect/>
          </a:stretch>
        </p:blipFill>
        <p:spPr>
          <a:xfrm>
            <a:off x="217170" y="1245870"/>
            <a:ext cx="7296785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465" y="283337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14. Hook 机制：既降低 Symbolic State Explosion，又帮助“看见”泄露信息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论文针对 printf、puts 等 Library Functions 建立 Hook / Abstract Model，而不是让 Symbolic Execution 完整展开其内部执行。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目的 ①：降低库函数内部产生的大量 Symbolic States，从而提高符号执行效率，甚至直接影响 Exploitability。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目的 ②：让 SAEG 感知 Library Function 参数的 Content Controllability 与 Length Controllability。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Hook 同时帮助识别 Stack Address、Canary 等敏感数据的 Offset，为准确 Information Leakage 提供基础。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Hook 并非单纯的工程优化，而是 SAEG 获得状态信息与控制搜索规模之间的连接点。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论文同时承认 Trade-off：Hook 可能使符号执行失去部分由库函数写入 Stack 的精确信息。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15. Binary Preprocessing 与 Symbolic Execution：实现链条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论文采用技术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主要作用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Radare2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逆向分析 Binary，发现高风险函数与代码片段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Function Recognition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FLIRT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识别静态链接库函数，减轻 Symbolic Execution 负担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Path 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angr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执行二进制级 Symbolic Execution，寻找 Potential Successors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Constraint Solving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Z3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作为 angr 后端求解 Symbolic Constraints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Exploit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Local / Remote Interactive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对满足约束的 Exploit 进行真实交互验证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Prototype 使用 Python 实现，共 2240 行代码，包含 30 个 Attack Templates。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其中 4 个模板实现 House-of-Force Heap Exploitation。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论文报告：平均每个 Attack Template 少于 50 行 Python Code。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16. 论文示例：Canary + NX，但 PIE 关闭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5305"/>
            <a:ext cx="10652760" cy="114300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原论文 Fig. 2：程序同时启用 Canary 与 NX，但 PIE 未启用。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根据 Protection Status 生成 S₀ = {start}；因为 PIE 关闭，.text Base Address 已隐含在初始状态中。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模板库只需要 A1–A4：泄露 Canary、获得 libc Base、最终 return-to-libc。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Symbolic Execution 在 line 4 处发现两个 Potential Vulnerabilities：s₁ 与 s₂。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若优先尝试 A2，成功后继续到 s₁，再尝试 A3；若 A3 不满足约束，则回溯到 start 尝试 A1。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3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直到进入终止状态 e₁ ∈ Sₛ，整条 Transition Sequence 才构成完整 Exploit。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r="10379"/>
          <a:stretch>
            <a:fillRect/>
          </a:stretch>
        </p:blipFill>
        <p:spPr>
          <a:xfrm>
            <a:off x="215900" y="1495425"/>
            <a:ext cx="5962650" cy="20650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620" y="1290320"/>
            <a:ext cx="54737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17. 复杂示例：开启 PIE 后，只增加两个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88720"/>
            <a:ext cx="3886200" cy="452628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PIE 开启后，随机化的 .text Base Address 不再属于已知初始信息，因此论文设置 L(start′) = ∅。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作者在原 A1–A4 基础上增加 A5 = chop-leak-text、A6 = format-string-leak-text。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A5/A6 都以 None 为 Premise，Effect 为 .text Base Address。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获得 .text Base 后，原有 A3、A4 可以继续复用，从而形成完整多阶段 Exploit。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论文用这一案例说明：增加新的 Information Leakage Primitive，不需要重写整个 Exploit Generation Framework。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这也是 Primitive Template + Exploit Graph 相对于 Complete Template 的核心优势。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9295"/>
            <a:ext cx="68580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18. Appendix 中的六个 Primitive：模板之间如何形成依赖链？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Premise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Overwrite terminate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Secret Canary</a:t>
                      </a:r>
                    </a:p>
                  </a:txBody>
                  <a:tcPr/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Stack format-string leak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Secret Canary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Stack overflow + 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Canary ∧ .text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libc Base</a:t>
                      </a:r>
                    </a:p>
                  </a:txBody>
                  <a:tcPr/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A4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Stack overflow + ROP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Canary ∧ libc Base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Shell Access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Overwrite terminate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.text Base</a:t>
                      </a:r>
                    </a:p>
                  </a:txBody>
                  <a:tcPr/>
                </a:tc>
              </a:tr>
              <a:tr h="6074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A6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Stack format-string leak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.text Base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19. Evaluation：实验到底验证了哪些问题？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80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测试集：来自多个 CTF Challenge 的 Binary，论文最终报告共评估 34 个真实 CTF Challenges。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评估关注三个维度：Protection Strategies、Exploitable Vulnerability Types、Exploit Generation Performance。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对比框架：Zeratool、BOF AEG、LAEG；Table 2 同时报告 SAEG 的实际运行时间与其他框架结果。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Protection 标记中：R = RELRO，C = Canary，A = ASLR，N = NX；S- 前缀表示静态链接程序。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与 LAEG 的硬件条件并不相同，论文特别说明 LAEG 结果来自原论文实验环境。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作者希望验证的核心不是单纯“快”，而是：在更复杂防御与多步利用下，是否还能生成完整 Exploit。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55" y="3702685"/>
            <a:ext cx="3430905" cy="29533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815" y="3770630"/>
            <a:ext cx="44196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20. Table 2：总体 Exploit Generation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" y="1211580"/>
            <a:ext cx="5520690" cy="47523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60" y="1806575"/>
            <a:ext cx="5946775" cy="35629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21. 性能来源：不是“模板更少”，而是 Graph-guided Pruning 更有效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论文认为效率提升的主要来源是 Exploit Graph 对 Conditional Branches 的有效剪枝。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传统 Complete Template Matching：每个完整模板都可能需要匹配与验证，重复工作较多。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的 Primitive Templates 会产生多个组合路径，但 EG 根据 Information State 提前排除没有必要的路径。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例如某个 Template 的 Effect 已经存在于当前状态时，Algorithm 1 不再扩展该步骤。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Preprocessing 还会根据 Binary Protection Status 排除不需要的信息泄露路径，例如 PIE 未开启时不必泄露 .text Base。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因此论文的效率逻辑是：更细粒度的 Primitive → 更大的组合空间；Exploit Graph + State Filtering → 更少的无效验证。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5440680"/>
            <a:ext cx="740664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Primitive 提供组合空间，EG 提供结构化剪枝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22. DEF CON Speedrun：AEG 在时间窗口中的实际价值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45970" y="1264285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人工最快选手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SAEG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defcon27_speedrun-001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266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7.55 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defcon27_speedrun-002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280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4.02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703320"/>
            <a:ext cx="10424160" cy="2238375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论文指出：在两个 DEF CON Speedrun 样本中，SAEG 都明显快于参赛者中的最快利用者。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Speedrun-001：266 / 7.55。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Speedrun-002：280 / 4.02 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作者将这一结果与漏洞修复联系起来：更快确认“POC 是否真的能形成 Exploit”，可以在公开 POC 后、真实攻击前争取修复时间。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AEG 的价值不仅是自动化，也在于压缩 Vulnerability Disclosure → Exploitability Assessment → Remediation 之间的时间窗口。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23. 大型静态二进制：S-crash-static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132588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S-crash-static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Zeratool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BOF AEG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LAEG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1.68 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SAEG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0.96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417320"/>
            <a:ext cx="4206240" cy="68580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SAEG：0.96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4572000" cy="2606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论文说明该类输入 Binary 均超过 500 KB，属于大型静态编译程序。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只有 SAEG 与 LAEG 能够完成 Exploit Generation；Zeratool 和 BOF AEG 无法完成。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SAEG 相比 LAEG：1.68 / 0.96 ≈ 1.75×。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作者认为原因与 Library Function Modeling 和 Function Table Reconstruction 的收益有关。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这说明 FLIRT 与 Hook/Library Modeling 不只是工程细节，而会直接影响大型 Binary 上的可分析性。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24. 失败案例：lexingtonctf-madlibs 与 crash-canary-pie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论文报告的失败原因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后果 / 修复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lexingtonctf-madlibs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Nested Format String；angr-based Symbolic Execution 无法处理该问题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找不到新的潜在漏洞 → 无法完成利用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crash-canary-pie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需要 Truncation Symbol Overwrite / Re-entry Primitive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A30"/>
                          </a:solidFill>
                          <a:latin typeface="微软雅黑" panose="020B0503020204020204" charset="-122"/>
                        </a:defRPr>
                      </a:pPr>
                      <a:r>
                        <a:t>初始模板库无法完成；补入简单 Re-entry Template 后成功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251960"/>
            <a:ext cx="10469880" cy="16916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lexingtonctf-madlibs 体现的是 Symbolic Execution 的能力边界，而不是 EG 设计本身的失败。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crash-canary-pie 更能体现模板库的边界：SAEG 已能处理 Multi-step Leak，但缺少 Re-entry Primitive。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作者加入简单 Re-entry Template 后成功利用该样本。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SAEG 的局限之一是：能够组合已有 Primitive，但不能自动凭空创造全新的 Exploitation Primitive。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25. Discussion：SAEG 的实际局限与设计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局限 ①：Symbolic Execution 在复杂大型程序中仍可能出现 Path / State Explosion，影响 Vulnerability State Collection。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局限 ②：Hook / Library Modeling 虽减少库函数状态，但可能使 Symbolic Execution 丢失部分 Stack Data Precision。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原因：Library Function 与程序本身复用同一线性 Stack；函数替换后，库函数留下的重要数据可能难以被符号执行捕获。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论文认为这部分信息未来可以通过 Concolic Execution 或 Real-time Debugging 获取，但 Dynamic Analysis 不属于当前框架范围。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现实应用中，作者提出可以用已有 DoS POC 帮助初始状态探索，或使用 Concolic Execution + Fuzzing 提高效率。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 SAEG 的核心设计并不是“完全消灭 Symbolic Execution 的成本”，而是在 Exploit State Management 上提高搜索组织能力。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26. Future Research：从 Symbolic Execution 主导走向更混合的探索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论文认为当前 SAEG 主要依赖 Symbolic Execution 与 ROP，这构成两个核心限制。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ROP 对逻辑缺陷型高风险漏洞并不适用，例如 Command Concatenation、Branch Misprediction、Supply-chain Backdoor。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因此未来需要优化 Symbolic Execution 的高风险路径探索，并让框架兼容不依赖 Return/Jump Address Manipulation 的漏洞。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论文提出可以用已知 Exploit / DoS POC 帮助大规模程序的初始 Vulnerability State Exploration。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也可以使用 Concolic Execution 与 Fuzzing，提高路径探索效率；论文在 Related Work 中提到 Revery、AFL/AFL++ 等方向。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作者还认为 SAEG 可以与 MAZE、Revery 等已有技术结合，以提升更广泛场景下的 Exploit Generation 能力。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25170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2</a:t>
            </a:r>
            <a:r>
              <a:rPr lang="en-US"/>
              <a:t>7</a:t>
            </a:r>
            <a:r>
              <a:t>. Conclusion：SAEG 的核心贡献与论文边界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D5C87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Source: SAEG: Stateful Automatic Exploit Generation, ESORICS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Exploit Graph：把复杂 Binary Exploitation 表示成 State、Transition、Initial/Success State 与 Information Label。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Primitive Attack Templates：用 (type, p, g, code) 描述原子攻击，降低新增利用技术的扩展成本。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Algorithm 1：根据当前信息与模板 Premise 构建 EG，并避免重复获取已有信息。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Algorithm 2：结合 Symbolic Execution、CHECK_EXPLOITATION 与 Backtracking，寻找真实可执行的 Exploit Path。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实验：34 个真实 CTF Challenges；论文报告平均 Exploit Generation Efficiency 提升 **5.4×**。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极端案例：S-crash-static 中 SAEG 0.96 s；DEF CON Speedrun 中论文报告比最快参赛者快 **35× / 37×**。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32A30"/>
                </a:solidFill>
                <a:latin typeface="微软雅黑" panose="020B0503020204020204" charset="-122"/>
              </a:defRPr>
            </a:pPr>
            <a:r>
              <a:t>边界：依赖 Symbolic Execution 与 ROP；对复杂路径、全新 Primitive 以及逻辑漏洞仍存在明显限制。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532120"/>
            <a:ext cx="9966960" cy="594360"/>
          </a:xfrm>
          <a:prstGeom prst="roundRect">
            <a:avLst/>
          </a:prstGeom>
          <a:solidFill>
            <a:srgbClr val="E8F0F7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A44"/>
                </a:solidFill>
                <a:latin typeface="微软雅黑" panose="020B0503020204020204" charset="-122"/>
              </a:defRPr>
            </a:pPr>
            <a:r>
              <a:t>提升开源 AEG 的 State-of-the-Art，并为 AEG 的 State Management 提供新思路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13412</Words>
  <Application>WPS 演示</Application>
  <PresentationFormat>On-screen Show (4:3)</PresentationFormat>
  <Paragraphs>577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Arial</vt:lpstr>
      <vt:lpstr>Aptos</vt:lpstr>
      <vt:lpstr>Segoe UI</vt:lpstr>
      <vt:lpstr>微软雅黑</vt:lpstr>
      <vt:lpstr>Calibri</vt:lpstr>
      <vt:lpstr>Arial Unicode MS</vt:lpstr>
      <vt:lpstr>Aptos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SAEG: Stateful Automatic Exploit Generation — 60分钟学术分享</dc:title>
  <dc:creator>Generated for academic presentation</dc:creator>
  <cp:keywords>SAEG, AEG, Exploit Graph, Primitive Attack Template, Symbolic Execution, ESORICS 2024</cp:keywords>
  <dc:description>generated using python-pptx</dc:description>
  <dc:subject>Based exclusively on the user-provided ESORICS 2024 paper</dc:subject>
  <cp:lastModifiedBy>最后的ede</cp:lastModifiedBy>
  <cp:revision>6</cp:revision>
  <dcterms:created xsi:type="dcterms:W3CDTF">2013-01-27T09:14:00Z</dcterms:created>
  <dcterms:modified xsi:type="dcterms:W3CDTF">2026-09-08T05:48:37Z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1DE071BA941B4CF5B9840854136E404C_12</vt:lpwstr>
  </property>
  <property fmtid="{D5CDD505-2E9C-101B-9397-08002B2CF9AE}" pid="3" name="KSOProductBuildVer">
    <vt:lpwstr>2052-12.1.0.28505</vt:lpwstr>
  </property>
</Properties>
</file>